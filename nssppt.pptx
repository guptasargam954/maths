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viewProps" Target="view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presProps" Target="presProps.xml" /><Relationship Id="rId5" Type="http://schemas.openxmlformats.org/officeDocument/2006/relationships/slide" Target="slides/slide4.xml" /><Relationship Id="rId10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D79FE0-48EB-B04C-B44D-B7E645DE29E8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50548-4DAB-DB4E-A9B6-5D013EB8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27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1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548640"/>
            <a:ext cx="4114800" cy="4114800"/>
          </a:xfrm>
          <a:prstGeom prst="ellipse">
            <a:avLst/>
          </a:prstGeom>
          <a:solidFill>
            <a:srgbClr val="A30000">
              <a:alpha val="60000"/>
            </a:srgbClr>
          </a:solidFill>
          <a:ln w="12700">
            <a:solidFill>
              <a:srgbClr val="A3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560320"/>
            <a:ext cx="2743200" cy="2743200"/>
          </a:xfrm>
          <a:prstGeom prst="ellipse">
            <a:avLst/>
          </a:prstGeom>
          <a:solidFill>
            <a:srgbClr val="A30000">
              <a:alpha val="50000"/>
            </a:srgbClr>
          </a:solidFill>
          <a:ln w="12700">
            <a:solidFill>
              <a:srgbClr val="A300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743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BLOOD DONATION CAMP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200" dirty="0">
                <a:solidFill>
                  <a:srgbClr val="FF99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D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That Changed My Perspective on Giving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FF6666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Blood Donation Drive  |  Personal Reflection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 Blood  •  Save Lives  •  Be a Hero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B1F90B-31B6-46C3-F8A2-7A0F205A1309}"/>
              </a:ext>
            </a:extLst>
          </p:cNvPr>
          <p:cNvSpPr txBox="1"/>
          <p:nvPr/>
        </p:nvSpPr>
        <p:spPr>
          <a:xfrm>
            <a:off x="6858000" y="3974514"/>
            <a:ext cx="182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>
                <a:solidFill>
                  <a:schemeClr val="bg1"/>
                </a:solidFill>
              </a:rPr>
              <a:t>Sargam Gupta FYIT1-19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ARRIVING AT THE CAMP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188720"/>
            <a:ext cx="3931920" cy="338328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Setting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1920240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hall was buzzing with energy when I arrived. Rows of reclining chairs lined the floor, each with a small tray of supplies nearby.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in red t-shirts guided incoming visitors with warm smiles and calm voices.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were informational posters on every wall — facts about blood types, donation procedures, and how donated blood saves lives.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0" y="1188720"/>
            <a:ext cx="4206240" cy="338328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1732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7800" y="1371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Atmosphere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663440" y="192024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music played in the background, creating a calm and reassuring environment.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 all ages — students, professionals, and seniors — sat patiently, waiting their turn with quiet pride.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an air of purpose and community. Everyone there shared a single, silent intent: to give.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REGISTRATION PROCESS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36576"/>
          </a:xfrm>
          <a:prstGeom prst="rect">
            <a:avLst/>
          </a:prstGeom>
          <a:solidFill>
            <a:srgbClr val="FFAAAA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4023360" cy="1600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25880"/>
            <a:ext cx="548640" cy="5486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Check-In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arrival, I filled out a simple registration form — name, age, and basic health questions. Staff were happy to assist with any confusion.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600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548640" cy="5486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 Screening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checked my blood pressure, hemoglobin levels, and pulse. The process took less than 5 minutes.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023360" cy="1600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3154680"/>
            <a:ext cx="548640" cy="5486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Counselling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6758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volunteer explained what would happen during the donation — how long it takes, what to expect, and what to do after.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600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3154680"/>
            <a:ext cx="548640" cy="54864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Eligibility Check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367588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confirming eligibility, I was escorted to a waiting area. Those not eligible were thanked for coming and given refreshments.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WATCHING THE DONATION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 I did not donate blood myself, watching the process was both moving and educational.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" y="1737360"/>
            <a:ext cx="2651760" cy="30175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325880" y="1828800"/>
            <a:ext cx="640080" cy="6400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8745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Donors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3063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watched as donors reclined comfortably on chairs, rolling up their sleeves. Some chatted with nurses, others listened to music. The process looked surprisingly calm.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154680" y="1737360"/>
            <a:ext cx="2651760" cy="30175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60520" y="1828800"/>
            <a:ext cx="640080" cy="6400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8745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4612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Medical Team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291840" y="3063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and nurses worked with precision and warmth. Every step was explained to donors. The needle insertion was quick, and staff stood by throughout.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89320" y="1737360"/>
            <a:ext cx="2651760" cy="30175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995160" y="1828800"/>
            <a:ext cx="640080" cy="64008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187452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80760" y="25603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Volunteers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126480" y="30632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volunteers moved around offering water, juice, and snacks. They were cheerful and organized — keeping spirits high in the room.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3200400" cy="3200400"/>
          </a:xfrm>
          <a:prstGeom prst="ellipse">
            <a:avLst/>
          </a:prstGeom>
          <a:solidFill>
            <a:srgbClr val="CC0000">
              <a:alpha val="50000"/>
            </a:srgbClr>
          </a:solidFill>
          <a:ln w="12700">
            <a:solidFill>
              <a:srgbClr val="CC000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CC0000">
              <a:alpha val="40000"/>
            </a:srgbClr>
          </a:solidFill>
          <a:ln w="12700">
            <a:solidFill>
              <a:srgbClr val="CC000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2286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EMOTIONAL IMPACT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914400" y="1005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D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"Standing there as an observer, I felt something shift inside me."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65760" y="1645920"/>
            <a:ext cx="8412480" cy="1051560"/>
          </a:xfrm>
          <a:prstGeom prst="rect">
            <a:avLst/>
          </a:prstGeom>
          <a:solidFill>
            <a:srgbClr val="9B000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88720" y="1737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Inspired  —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214884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ordinary people make time out of their day to donate blood was deeply moving. It reminded me of the power of small acts.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834640"/>
            <a:ext cx="8412480" cy="1051560"/>
          </a:xfrm>
          <a:prstGeom prst="rect">
            <a:avLst/>
          </a:prstGeom>
          <a:solidFill>
            <a:srgbClr val="9B000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017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🙏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88720" y="2926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Grateful  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33756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thought about all those who need blood urgently — patients in surgeries, accident victims — and felt grateful for every donor.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4023360"/>
            <a:ext cx="8412480" cy="1051560"/>
          </a:xfrm>
          <a:prstGeom prst="rect">
            <a:avLst/>
          </a:prstGeom>
          <a:solidFill>
            <a:srgbClr val="9B000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188720" y="41148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Motivated  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88720" y="4526280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Witnessing the camp made me commit to donating blood myself in the future, once I meet the required health criteria.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8288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91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FACTS I LEARNED AT THE CAMP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201168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Donor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74320" y="1783080"/>
            <a:ext cx="2011680" cy="5486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save up to 3 lives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23160" y="1097280"/>
            <a:ext cx="201168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316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2 sec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423160" y="1783080"/>
            <a:ext cx="2011680" cy="5486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2316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needs blood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1097280"/>
            <a:ext cx="201168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450 ml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0" y="1783080"/>
            <a:ext cx="2011680" cy="5486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standard donation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20840" y="1097280"/>
            <a:ext cx="2011680" cy="12344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20840" y="10972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8–10 min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720840" y="1783080"/>
            <a:ext cx="2011680" cy="5486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2084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blood collection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0040" y="2651760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5800" y="25603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between 18–65 years with good health and weight above 50 kg can donate blood.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0040" y="3127248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30358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Donated blood is separated into red cells, plasma, and platelets — each helping different patients.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20040" y="3602736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351129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replenishes lost fluids within 24 hours; red blood cells are fully replaced within 4–6 weeks.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20040" y="4078224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398678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cannot be manufactured — it can only come from human donors, making each donation precious.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320040" y="4553712"/>
            <a:ext cx="256032" cy="256032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46227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donors reduce the risk of heart disease and high iron levels — it's good for the donor too!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430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DIDN'T DONATE — AND WHY I WILL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1430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143000"/>
            <a:ext cx="393192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143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Didn't Donate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1801368"/>
            <a:ext cx="182880" cy="18288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73736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IN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pass the eligibility criteria to donate the blood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459736"/>
            <a:ext cx="182880" cy="18288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23957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was genuinely nervous — it was my first time attending such a camp.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3118104"/>
            <a:ext cx="182880" cy="18288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305409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wanted to observe and understand the process fully before committing.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1480" y="3776472"/>
            <a:ext cx="182880" cy="182880"/>
          </a:xfrm>
          <a:prstGeom prst="ellipse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7124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staff encouraged me to return when </a:t>
            </a:r>
            <a:r>
              <a:rPr lang="en-IN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be 18+ and weight </a:t>
            </a:r>
            <a:r>
              <a:rPr lang="en-IN" sz="120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50kg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0" y="114300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572000" y="1143000"/>
            <a:ext cx="420624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1143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 Will Donate Next Time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709160" y="1801368"/>
            <a:ext cx="182880" cy="18288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8348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experience convinced me it's a simple, painless, and powerful act.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709160" y="2459736"/>
            <a:ext cx="182880" cy="18288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39572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saw the joy and pride on donors' faces afterward — I want that too.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709160" y="3118104"/>
            <a:ext cx="182880" cy="18288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305409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 volunteers inspired me with their dedication and warmth.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09160" y="3776472"/>
            <a:ext cx="182880" cy="18288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371246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one donation can save 3 lives is motivation enough for 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B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C0000">
              <a:alpha val="40000"/>
            </a:srgbClr>
          </a:solidFill>
          <a:ln w="12700">
            <a:solidFill>
              <a:srgbClr val="CC0000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CC0000">
              <a:alpha val="40000"/>
            </a:srgbClr>
          </a:solidFill>
          <a:ln w="12700">
            <a:solidFill>
              <a:srgbClr val="CC0000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8288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82880"/>
            <a:ext cx="457200" cy="4572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82880"/>
            <a:ext cx="457200" cy="4572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"/>
            <a:ext cx="457200" cy="4572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45720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 THE REASON SOMEONE LIVES</a:t>
            </a:r>
            <a:endParaRPr lang="en-US" sz="3000" dirty="0"/>
          </a:p>
        </p:txBody>
      </p:sp>
      <p:sp>
        <p:nvSpPr>
          <p:cNvPr id="10" name="Shape 3"/>
          <p:cNvSpPr/>
          <p:nvPr/>
        </p:nvSpPr>
        <p:spPr>
          <a:xfrm>
            <a:off x="2286000" y="1554480"/>
            <a:ext cx="4572000" cy="45720"/>
          </a:xfrm>
          <a:prstGeom prst="rect">
            <a:avLst/>
          </a:prstGeom>
          <a:solidFill>
            <a:srgbClr val="FF8888"/>
          </a:solidFill>
          <a:ln w="12700">
            <a:solidFill>
              <a:srgbClr val="FF8888"/>
            </a:solidFill>
            <a:prstDash val="solid"/>
          </a:ln>
        </p:spPr>
      </p:sp>
      <p:sp>
        <p:nvSpPr>
          <p:cNvPr id="11" name="Text 4"/>
          <p:cNvSpPr/>
          <p:nvPr/>
        </p:nvSpPr>
        <p:spPr>
          <a:xfrm>
            <a:off x="640080" y="169164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visit to the blood donation camp was one of the most eye-opening experiences of my life. Though I didn't donate this time, the courage and compassion I witnessed from every donor and volunteer left a lasting impression.</a:t>
            </a:r>
            <a:endParaRPr lang="en-US" sz="1300" dirty="0"/>
          </a:p>
        </p:txBody>
      </p:sp>
      <p:sp>
        <p:nvSpPr>
          <p:cNvPr id="12" name="Shape 5"/>
          <p:cNvSpPr/>
          <p:nvPr/>
        </p:nvSpPr>
        <p:spPr>
          <a:xfrm>
            <a:off x="457200" y="2880360"/>
            <a:ext cx="2468880" cy="1463040"/>
          </a:xfrm>
          <a:prstGeom prst="rect">
            <a:avLst/>
          </a:prstGeom>
          <a:solidFill>
            <a:srgbClr val="CC0000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457200" y="2926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🩸</a:t>
            </a:r>
            <a:endParaRPr lang="en-US" sz="2400" dirty="0"/>
          </a:p>
        </p:txBody>
      </p:sp>
      <p:sp>
        <p:nvSpPr>
          <p:cNvPr id="14" name="Text 7"/>
          <p:cNvSpPr/>
          <p:nvPr/>
        </p:nvSpPr>
        <p:spPr>
          <a:xfrm>
            <a:off x="45720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is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Priceless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3200400" y="2880360"/>
            <a:ext cx="2468880" cy="1463040"/>
          </a:xfrm>
          <a:prstGeom prst="rect">
            <a:avLst/>
          </a:prstGeom>
          <a:solidFill>
            <a:srgbClr val="CC0000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3200400" y="2926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7" name="Text 10"/>
          <p:cNvSpPr/>
          <p:nvPr/>
        </p:nvSpPr>
        <p:spPr>
          <a:xfrm>
            <a:off x="320040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Matters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5943600" y="2880360"/>
            <a:ext cx="2468880" cy="1463040"/>
          </a:xfrm>
          <a:prstGeom prst="rect">
            <a:avLst/>
          </a:prstGeom>
          <a:solidFill>
            <a:srgbClr val="CC0000"/>
          </a:solidFill>
          <a:ln w="12700">
            <a:solidFill>
              <a:srgbClr val="FF6666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5943600" y="29260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💉</a:t>
            </a:r>
            <a:endParaRPr lang="en-US" sz="2400" dirty="0"/>
          </a:p>
        </p:txBody>
      </p:sp>
      <p:sp>
        <p:nvSpPr>
          <p:cNvPr id="20" name="Text 13"/>
          <p:cNvSpPr/>
          <p:nvPr/>
        </p:nvSpPr>
        <p:spPr>
          <a:xfrm>
            <a:off x="5943600" y="347472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Will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Donate Next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00000"/>
          </a:solidFill>
          <a:ln w="12700">
            <a:solidFill>
              <a:srgbClr val="60000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joining me on this journey  •  #DonateBlood  •  #SaveLives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Blood Donation Camp Experience</dc:title>
  <dc:subject>PptxGenJS Presentation</dc:subject>
  <dc:creator>Blood Donation Camp</dc:creator>
  <cp:lastModifiedBy>Sargam Gupta</cp:lastModifiedBy>
  <cp:revision>2</cp:revision>
  <dcterms:created xsi:type="dcterms:W3CDTF">2026-04-19T08:32:15Z</dcterms:created>
  <dcterms:modified xsi:type="dcterms:W3CDTF">2026-04-19T16:21:08Z</dcterms:modified>
</cp:coreProperties>
</file>